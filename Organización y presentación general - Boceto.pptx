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C3C63A-F55F-54B5-9F08-F5AE978083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E92481-E81E-3BF0-6B4E-259CF94D7E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DABC6B-1C8B-D958-0130-5FD59A9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79B91-9193-4121-B9B6-B1A629B36174}" type="datetimeFigureOut">
              <a:rPr lang="es-AR" smtClean="0"/>
              <a:t>14/9/2026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B0770D-6218-2C41-011C-773D55FC9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C8DCBE-1216-0E95-FAF6-1F184890D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4CFF8-A344-4033-984E-77AEA0F544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24755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B9DD2A-06DE-88ED-E193-7C08B241F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B9F87E-FE0A-3380-F976-3DEB1BECC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E90F01-5AA8-5943-49B3-9148D717D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79B91-9193-4121-B9B6-B1A629B36174}" type="datetimeFigureOut">
              <a:rPr lang="es-AR" smtClean="0"/>
              <a:t>14/9/2026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91B597-73C9-3D32-E1B1-3A43A6BB0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0D3422-6F04-4ECB-6B4F-58F7C4C08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4CFF8-A344-4033-984E-77AEA0F544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5913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5CFD89-D7ED-04EE-1B70-CF25C48D5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EC08CC-A25A-0127-AA12-5172FDF8A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73C1412-159F-1B84-10A9-EAD037558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79B91-9193-4121-B9B6-B1A629B36174}" type="datetimeFigureOut">
              <a:rPr lang="es-AR" smtClean="0"/>
              <a:t>14/9/2026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01D5EF-9B56-D25D-8ECF-1E3431E13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1DFEC8-357E-D33A-05BF-0254F4039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4CFF8-A344-4033-984E-77AEA0F544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9788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545FCA-2189-F7CA-C2A9-A94D6B7FF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B30F15-1628-8669-115E-46A39AE80A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5780E16-E5F3-4262-8DBD-3145FB821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6F1D69F-6C4D-0A50-82E7-CCBFD2F00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79B91-9193-4121-B9B6-B1A629B36174}" type="datetimeFigureOut">
              <a:rPr lang="es-AR" smtClean="0"/>
              <a:t>14/9/2026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110E96E-9BCB-BBC5-2765-3A9AF058A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C1F0E0E-465A-B96F-89BF-520513D7F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4CFF8-A344-4033-984E-77AEA0F544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78200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E211E-86C9-B582-A719-7D3E087F0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390B632-13FA-D8BA-C8DE-38E4F29E74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71E2AB0-3E19-FCE5-006B-6C29665F2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599E64E-BA50-B1B4-E962-58F6D09ECC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814B30D-A979-8FDE-6E58-1EA67C3C71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E153EE1-D92E-C4A6-91C0-1F6787002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79B91-9193-4121-B9B6-B1A629B36174}" type="datetimeFigureOut">
              <a:rPr lang="es-AR" smtClean="0"/>
              <a:t>14/9/2026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2B55E90-CF68-AA20-396E-8404BB3AE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F69F65B-A9D2-8F1D-FACD-DF19BBD9C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4CFF8-A344-4033-984E-77AEA0F544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33279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D803D3-941B-1332-2011-832E836CE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2A379EC-0573-82F6-B3B3-84540FCF2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79B91-9193-4121-B9B6-B1A629B36174}" type="datetimeFigureOut">
              <a:rPr lang="es-AR" smtClean="0"/>
              <a:t>14/9/2026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AE277F0-3337-0C78-4AF7-BDFC2EFA8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4C4295-464B-AACF-B843-D553FC21A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4CFF8-A344-4033-984E-77AEA0F544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33831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50D4533-5100-CA75-9A52-C2E3A3FE7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79B91-9193-4121-B9B6-B1A629B36174}" type="datetimeFigureOut">
              <a:rPr lang="es-AR" smtClean="0"/>
              <a:t>14/9/2026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DA68EAF-BA1E-E6A4-94BB-C727EADA7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CCC94DD-E436-24DD-94BD-4F4F602C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4CFF8-A344-4033-984E-77AEA0F544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7707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B86FD3-4413-5428-9971-CCAA3B43C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A156BA-B854-5291-5397-6D2C0933B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D440EFD-1768-BC82-DB06-9B7FE7D44F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51F5396-A8E8-78CC-FF0E-542BC2068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79B91-9193-4121-B9B6-B1A629B36174}" type="datetimeFigureOut">
              <a:rPr lang="es-AR" smtClean="0"/>
              <a:t>14/9/2026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CC17CE-D755-3E2D-7358-A4AEA8C90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BA500D4-B987-4E5C-53E6-14FE78338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4CFF8-A344-4033-984E-77AEA0F544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66776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38927A-D3FE-E6A3-0FC1-C0A85E14E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5B01094-E1B6-6C6C-59B1-E38AAB9C53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CDF0DF9-9352-DD59-C5BD-F690B4088F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C8725E-049C-CCBC-224C-AF053A4B9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79B91-9193-4121-B9B6-B1A629B36174}" type="datetimeFigureOut">
              <a:rPr lang="es-AR" smtClean="0"/>
              <a:t>14/9/2026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EED525E-1FA2-50D2-9563-FFEF60E18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B61395F-F6C8-F5A6-FFE5-6CBF720B9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4CFF8-A344-4033-984E-77AEA0F544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60881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C668A5-8C75-8345-2F98-737743C33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C106A75-4691-4DC5-705F-494133A8DD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5E156F-5242-FB72-0767-710739CC9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79B91-9193-4121-B9B6-B1A629B36174}" type="datetimeFigureOut">
              <a:rPr lang="es-AR" smtClean="0"/>
              <a:t>14/9/2026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F820FE-0876-727A-51BE-A66DF6E21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7A8ACA-4BCA-16D2-C8A0-E179E537D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4CFF8-A344-4033-984E-77AEA0F544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52715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E8E2EBE-66F9-1A2A-FBE5-EA482EE2F9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424BDD-691C-9F0E-8617-E279EA9EFF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3D3839-93E6-85DF-2158-9FF5C4A56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79B91-9193-4121-B9B6-B1A629B36174}" type="datetimeFigureOut">
              <a:rPr lang="es-AR" smtClean="0"/>
              <a:t>14/9/2026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3518C4-FAAB-A7F3-C7E8-9E013F4F9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1ED99A-F424-9FFA-D0C7-96DCE7812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4CFF8-A344-4033-984E-77AEA0F544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58047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8C4B065-5121-0861-D9F4-5C154614F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AEE8FAE-1DB7-2E7B-DA9C-AA26C8145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6C0C69-4DE9-9FEC-FAC9-5A54F173FD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479B91-9193-4121-B9B6-B1A629B36174}" type="datetimeFigureOut">
              <a:rPr lang="es-AR" smtClean="0"/>
              <a:t>14/9/2026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4379E5-A0CE-6003-D7E2-9332A13906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4094F6-3F81-A56F-E6EC-4ADD266CF4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A4CFF8-A344-4033-984E-77AEA0F544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58371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6AA38A3-4450-D94A-9D8D-C5D95956D7A9}"/>
              </a:ext>
            </a:extLst>
          </p:cNvPr>
          <p:cNvSpPr/>
          <p:nvPr/>
        </p:nvSpPr>
        <p:spPr>
          <a:xfrm>
            <a:off x="4180115" y="315687"/>
            <a:ext cx="1828800" cy="8164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LIMPIEZA DE DATOS</a:t>
            </a: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0A710DB0-A677-68BE-B117-C0BEF2A56205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5094515" y="1132115"/>
            <a:ext cx="0" cy="8164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63E8B854-65CE-DA58-29BB-DC12D27444D5}"/>
              </a:ext>
            </a:extLst>
          </p:cNvPr>
          <p:cNvSpPr/>
          <p:nvPr/>
        </p:nvSpPr>
        <p:spPr>
          <a:xfrm>
            <a:off x="3858987" y="1948543"/>
            <a:ext cx="2471056" cy="9579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ANÁLISIS EXPLORATORIO Y DESCRIPTIVO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EE94726-439C-261A-0CC4-2241EB5A1379}"/>
              </a:ext>
            </a:extLst>
          </p:cNvPr>
          <p:cNvSpPr/>
          <p:nvPr/>
        </p:nvSpPr>
        <p:spPr>
          <a:xfrm>
            <a:off x="3858987" y="3472543"/>
            <a:ext cx="2471056" cy="9579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DEFINICIÓN DEL PROBLEMA DESCRIPTIVO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20ADEBE2-1823-4D05-5C1E-DC3671FD6FD5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5072744" y="2830286"/>
            <a:ext cx="21771" cy="6422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4D06872-6A29-6112-CDB0-4CD20B776CCD}"/>
              </a:ext>
            </a:extLst>
          </p:cNvPr>
          <p:cNvSpPr/>
          <p:nvPr/>
        </p:nvSpPr>
        <p:spPr>
          <a:xfrm>
            <a:off x="3858987" y="5094514"/>
            <a:ext cx="2471056" cy="9579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MUESTREO E INFERENCIA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EBEEE4BA-57E6-DDB1-08CE-B2F1E4644EE5}"/>
              </a:ext>
            </a:extLst>
          </p:cNvPr>
          <p:cNvCxnSpPr>
            <a:cxnSpLocks/>
          </p:cNvCxnSpPr>
          <p:nvPr/>
        </p:nvCxnSpPr>
        <p:spPr>
          <a:xfrm>
            <a:off x="5050973" y="4452257"/>
            <a:ext cx="21771" cy="6422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E0FAABD-B9F2-5CBF-24FF-B0563B2AA7AC}"/>
              </a:ext>
            </a:extLst>
          </p:cNvPr>
          <p:cNvSpPr/>
          <p:nvPr/>
        </p:nvSpPr>
        <p:spPr>
          <a:xfrm>
            <a:off x="7424057" y="2906486"/>
            <a:ext cx="2471056" cy="9579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CONCLUSIONES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B65384DC-DAB6-373D-47B7-125E77920771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6330043" y="5573486"/>
            <a:ext cx="10940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ángulo 20">
            <a:extLst>
              <a:ext uri="{FF2B5EF4-FFF2-40B4-BE49-F238E27FC236}">
                <a16:creationId xmlns:a16="http://schemas.microsoft.com/office/drawing/2014/main" id="{5A8F14CC-F583-5F14-4FE4-D589050816C7}"/>
              </a:ext>
            </a:extLst>
          </p:cNvPr>
          <p:cNvSpPr/>
          <p:nvPr/>
        </p:nvSpPr>
        <p:spPr>
          <a:xfrm>
            <a:off x="7424057" y="5094514"/>
            <a:ext cx="2471056" cy="9579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MODELO ESTADÍSTICO: REGRESIÓN LINEAL</a:t>
            </a: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F3AC8EC2-52CF-533F-5A15-8318D0A1BE36}"/>
              </a:ext>
            </a:extLst>
          </p:cNvPr>
          <p:cNvCxnSpPr>
            <a:cxnSpLocks/>
            <a:stCxn id="21" idx="0"/>
            <a:endCxn id="14" idx="2"/>
          </p:cNvCxnSpPr>
          <p:nvPr/>
        </p:nvCxnSpPr>
        <p:spPr>
          <a:xfrm flipV="1">
            <a:off x="8659585" y="3864429"/>
            <a:ext cx="0" cy="12300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E19FADE5-AE05-6C1A-8049-9CF4B274F34A}"/>
              </a:ext>
            </a:extLst>
          </p:cNvPr>
          <p:cNvCxnSpPr>
            <a:cxnSpLocks/>
            <a:stCxn id="4" idx="3"/>
            <a:endCxn id="29" idx="1"/>
          </p:cNvCxnSpPr>
          <p:nvPr/>
        </p:nvCxnSpPr>
        <p:spPr>
          <a:xfrm>
            <a:off x="6008915" y="723901"/>
            <a:ext cx="914400" cy="3483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ángulo 28">
            <a:extLst>
              <a:ext uri="{FF2B5EF4-FFF2-40B4-BE49-F238E27FC236}">
                <a16:creationId xmlns:a16="http://schemas.microsoft.com/office/drawing/2014/main" id="{5262A78F-55F4-D68E-A3DF-448A55493381}"/>
              </a:ext>
            </a:extLst>
          </p:cNvPr>
          <p:cNvSpPr/>
          <p:nvPr/>
        </p:nvSpPr>
        <p:spPr>
          <a:xfrm>
            <a:off x="6923315" y="664019"/>
            <a:ext cx="2375807" cy="8164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DIDIER</a:t>
            </a:r>
          </a:p>
        </p:txBody>
      </p:sp>
      <p:grpSp>
        <p:nvGrpSpPr>
          <p:cNvPr id="38" name="Grupo 37">
            <a:extLst>
              <a:ext uri="{FF2B5EF4-FFF2-40B4-BE49-F238E27FC236}">
                <a16:creationId xmlns:a16="http://schemas.microsoft.com/office/drawing/2014/main" id="{79911D98-2F24-68E3-BD0B-D16FB3A76C85}"/>
              </a:ext>
            </a:extLst>
          </p:cNvPr>
          <p:cNvGrpSpPr/>
          <p:nvPr/>
        </p:nvGrpSpPr>
        <p:grpSpPr>
          <a:xfrm>
            <a:off x="876301" y="2090070"/>
            <a:ext cx="2982686" cy="816416"/>
            <a:chOff x="876301" y="2090070"/>
            <a:chExt cx="2982686" cy="816416"/>
          </a:xfrm>
        </p:grpSpPr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AB31455F-F2F5-B1B1-538A-3321DD125422}"/>
                </a:ext>
              </a:extLst>
            </p:cNvPr>
            <p:cNvSpPr/>
            <p:nvPr/>
          </p:nvSpPr>
          <p:spPr>
            <a:xfrm>
              <a:off x="876301" y="2090070"/>
              <a:ext cx="2375807" cy="816416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AR" dirty="0"/>
                <a:t>LEO &amp; SANTI (REV. GROUP)</a:t>
              </a:r>
            </a:p>
          </p:txBody>
        </p:sp>
        <p:cxnSp>
          <p:nvCxnSpPr>
            <p:cNvPr id="33" name="Conector recto de flecha 32">
              <a:extLst>
                <a:ext uri="{FF2B5EF4-FFF2-40B4-BE49-F238E27FC236}">
                  <a16:creationId xmlns:a16="http://schemas.microsoft.com/office/drawing/2014/main" id="{7C541FC9-D57D-E694-A233-EC9DD30E1FA0}"/>
                </a:ext>
              </a:extLst>
            </p:cNvPr>
            <p:cNvCxnSpPr>
              <a:cxnSpLocks/>
              <a:stCxn id="8" idx="1"/>
              <a:endCxn id="30" idx="3"/>
            </p:cNvCxnSpPr>
            <p:nvPr/>
          </p:nvCxnSpPr>
          <p:spPr>
            <a:xfrm flipH="1">
              <a:off x="3252108" y="2427515"/>
              <a:ext cx="606879" cy="707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7939E4A1-F905-D809-396C-EB973897E6C6}"/>
              </a:ext>
            </a:extLst>
          </p:cNvPr>
          <p:cNvGrpSpPr/>
          <p:nvPr/>
        </p:nvGrpSpPr>
        <p:grpSpPr>
          <a:xfrm>
            <a:off x="876301" y="3614070"/>
            <a:ext cx="2982686" cy="816416"/>
            <a:chOff x="876301" y="2090070"/>
            <a:chExt cx="2982686" cy="816416"/>
          </a:xfrm>
        </p:grpSpPr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9F3652DC-A94A-4580-269B-76D6E7BC6DDF}"/>
                </a:ext>
              </a:extLst>
            </p:cNvPr>
            <p:cNvSpPr/>
            <p:nvPr/>
          </p:nvSpPr>
          <p:spPr>
            <a:xfrm>
              <a:off x="876301" y="2090070"/>
              <a:ext cx="2375807" cy="816416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AR" dirty="0"/>
                <a:t>KATERINE (REV. GROUP)</a:t>
              </a:r>
            </a:p>
          </p:txBody>
        </p:sp>
        <p:cxnSp>
          <p:nvCxnSpPr>
            <p:cNvPr id="41" name="Conector recto de flecha 40">
              <a:extLst>
                <a:ext uri="{FF2B5EF4-FFF2-40B4-BE49-F238E27FC236}">
                  <a16:creationId xmlns:a16="http://schemas.microsoft.com/office/drawing/2014/main" id="{CBE35FC1-46FA-8617-D074-DAC92F11B8DC}"/>
                </a:ext>
              </a:extLst>
            </p:cNvPr>
            <p:cNvCxnSpPr>
              <a:cxnSpLocks/>
              <a:endCxn id="40" idx="3"/>
            </p:cNvCxnSpPr>
            <p:nvPr/>
          </p:nvCxnSpPr>
          <p:spPr>
            <a:xfrm flipH="1">
              <a:off x="3252108" y="2427515"/>
              <a:ext cx="606879" cy="707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C92085D6-F9E6-3CB8-4443-A58A464F52CE}"/>
              </a:ext>
            </a:extLst>
          </p:cNvPr>
          <p:cNvGrpSpPr/>
          <p:nvPr/>
        </p:nvGrpSpPr>
        <p:grpSpPr>
          <a:xfrm>
            <a:off x="9182101" y="1763486"/>
            <a:ext cx="2375807" cy="1621972"/>
            <a:chOff x="2171701" y="2024755"/>
            <a:chExt cx="2375807" cy="1621972"/>
          </a:xfrm>
        </p:grpSpPr>
        <p:sp>
          <p:nvSpPr>
            <p:cNvPr id="48" name="Rectángulo 47">
              <a:extLst>
                <a:ext uri="{FF2B5EF4-FFF2-40B4-BE49-F238E27FC236}">
                  <a16:creationId xmlns:a16="http://schemas.microsoft.com/office/drawing/2014/main" id="{5029F2D2-B0FF-A26E-8124-C320571CFB74}"/>
                </a:ext>
              </a:extLst>
            </p:cNvPr>
            <p:cNvSpPr/>
            <p:nvPr/>
          </p:nvSpPr>
          <p:spPr>
            <a:xfrm>
              <a:off x="2171701" y="2024755"/>
              <a:ext cx="2375807" cy="816416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AR" dirty="0"/>
                <a:t>TODOS (GLOBAL)</a:t>
              </a:r>
            </a:p>
          </p:txBody>
        </p:sp>
        <p:cxnSp>
          <p:nvCxnSpPr>
            <p:cNvPr id="49" name="Conector recto de flecha 48">
              <a:extLst>
                <a:ext uri="{FF2B5EF4-FFF2-40B4-BE49-F238E27FC236}">
                  <a16:creationId xmlns:a16="http://schemas.microsoft.com/office/drawing/2014/main" id="{9A6FD55F-CBAE-052A-0FA2-AE3B3CE77B45}"/>
                </a:ext>
              </a:extLst>
            </p:cNvPr>
            <p:cNvCxnSpPr>
              <a:cxnSpLocks/>
              <a:stCxn id="14" idx="3"/>
              <a:endCxn id="48" idx="3"/>
            </p:cNvCxnSpPr>
            <p:nvPr/>
          </p:nvCxnSpPr>
          <p:spPr>
            <a:xfrm flipV="1">
              <a:off x="2884713" y="2432963"/>
              <a:ext cx="1662795" cy="121376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upo 51">
            <a:extLst>
              <a:ext uri="{FF2B5EF4-FFF2-40B4-BE49-F238E27FC236}">
                <a16:creationId xmlns:a16="http://schemas.microsoft.com/office/drawing/2014/main" id="{85C44F54-3564-8FE5-3C71-83B121C8A207}"/>
              </a:ext>
            </a:extLst>
          </p:cNvPr>
          <p:cNvGrpSpPr/>
          <p:nvPr/>
        </p:nvGrpSpPr>
        <p:grpSpPr>
          <a:xfrm>
            <a:off x="952501" y="4022278"/>
            <a:ext cx="10961912" cy="2030179"/>
            <a:chOff x="876301" y="876307"/>
            <a:chExt cx="10961912" cy="2030179"/>
          </a:xfrm>
        </p:grpSpPr>
        <p:sp>
          <p:nvSpPr>
            <p:cNvPr id="53" name="Rectángulo 52">
              <a:extLst>
                <a:ext uri="{FF2B5EF4-FFF2-40B4-BE49-F238E27FC236}">
                  <a16:creationId xmlns:a16="http://schemas.microsoft.com/office/drawing/2014/main" id="{3B9EF5F0-60DE-777C-F585-20AB8E073666}"/>
                </a:ext>
              </a:extLst>
            </p:cNvPr>
            <p:cNvSpPr/>
            <p:nvPr/>
          </p:nvSpPr>
          <p:spPr>
            <a:xfrm>
              <a:off x="876301" y="2090070"/>
              <a:ext cx="2375807" cy="816416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AR" dirty="0"/>
                <a:t>LORENZO</a:t>
              </a:r>
            </a:p>
          </p:txBody>
        </p:sp>
        <p:cxnSp>
          <p:nvCxnSpPr>
            <p:cNvPr id="54" name="Conector recto de flecha 53">
              <a:extLst>
                <a:ext uri="{FF2B5EF4-FFF2-40B4-BE49-F238E27FC236}">
                  <a16:creationId xmlns:a16="http://schemas.microsoft.com/office/drawing/2014/main" id="{B27FC2A1-E081-F311-92F3-8146B70566C9}"/>
                </a:ext>
              </a:extLst>
            </p:cNvPr>
            <p:cNvCxnSpPr>
              <a:cxnSpLocks/>
              <a:endCxn id="53" idx="3"/>
            </p:cNvCxnSpPr>
            <p:nvPr/>
          </p:nvCxnSpPr>
          <p:spPr>
            <a:xfrm flipH="1">
              <a:off x="3252108" y="2427515"/>
              <a:ext cx="606879" cy="707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Rectángulo 54">
              <a:extLst>
                <a:ext uri="{FF2B5EF4-FFF2-40B4-BE49-F238E27FC236}">
                  <a16:creationId xmlns:a16="http://schemas.microsoft.com/office/drawing/2014/main" id="{096341DC-9BEC-1350-3DE3-A81247F6C1F7}"/>
                </a:ext>
              </a:extLst>
            </p:cNvPr>
            <p:cNvSpPr/>
            <p:nvPr/>
          </p:nvSpPr>
          <p:spPr>
            <a:xfrm>
              <a:off x="9462406" y="876307"/>
              <a:ext cx="2375807" cy="816416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AR" dirty="0"/>
                <a:t>MARTI Y DIDIER</a:t>
              </a:r>
            </a:p>
          </p:txBody>
        </p:sp>
        <p:cxnSp>
          <p:nvCxnSpPr>
            <p:cNvPr id="56" name="Conector recto de flecha 55">
              <a:extLst>
                <a:ext uri="{FF2B5EF4-FFF2-40B4-BE49-F238E27FC236}">
                  <a16:creationId xmlns:a16="http://schemas.microsoft.com/office/drawing/2014/main" id="{1EC68527-0861-ECD9-AF1C-FABEB150C181}"/>
                </a:ext>
              </a:extLst>
            </p:cNvPr>
            <p:cNvCxnSpPr>
              <a:cxnSpLocks/>
              <a:stCxn id="21" idx="3"/>
              <a:endCxn id="55" idx="2"/>
            </p:cNvCxnSpPr>
            <p:nvPr/>
          </p:nvCxnSpPr>
          <p:spPr>
            <a:xfrm flipV="1">
              <a:off x="9818913" y="1692723"/>
              <a:ext cx="831397" cy="73479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190805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2363</TotalTime>
  <Words>43</Words>
  <Application>Microsoft Office PowerPoint</Application>
  <PresentationFormat>Panorámica</PresentationFormat>
  <Paragraphs>12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Detchemendy, Didier Ivan (Externo - Bayton)</dc:creator>
  <cp:lastModifiedBy>Detchemendy, Didier Ivan (Externo - Bayton)</cp:lastModifiedBy>
  <cp:revision>3</cp:revision>
  <dcterms:created xsi:type="dcterms:W3CDTF">2026-09-14T23:01:31Z</dcterms:created>
  <dcterms:modified xsi:type="dcterms:W3CDTF">2026-09-16T14:25:24Z</dcterms:modified>
</cp:coreProperties>
</file>